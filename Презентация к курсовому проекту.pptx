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Содержимое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Содержимое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Содержимое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Содержимое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4BE6926F-7B42-4721-AC22-BC979CC82361}" type="datetimeFigureOut">
              <a:rPr lang="ru-RU" smtClean="0"/>
              <a:t>27.03.2021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9A16DA7-7BE9-409B-A8C8-5ACB267E8F11}" type="slidenum">
              <a:rPr lang="ru-RU" smtClean="0"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 </a:t>
            </a:r>
            <a:r>
              <a:rPr lang="ru-RU" dirty="0" smtClean="0"/>
              <a:t>Панченко Павел 19-КБ-ПР2</a:t>
            </a:r>
          </a:p>
          <a:p>
            <a:r>
              <a:rPr lang="ru-RU" dirty="0" smtClean="0"/>
              <a:t>Руководитель</a:t>
            </a:r>
            <a:r>
              <a:rPr lang="en-US" dirty="0" smtClean="0"/>
              <a:t>: </a:t>
            </a:r>
            <a:r>
              <a:rPr lang="ru-RU" dirty="0" smtClean="0"/>
              <a:t>Попова Ольга Борисовна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Курсовой проект на тему</a:t>
            </a:r>
            <a:r>
              <a:rPr lang="en-US" dirty="0" smtClean="0"/>
              <a:t>: “</a:t>
            </a:r>
            <a:r>
              <a:rPr lang="ru-RU" dirty="0" smtClean="0"/>
              <a:t>Холодильник</a:t>
            </a:r>
            <a:r>
              <a:rPr lang="en-US" dirty="0" smtClean="0"/>
              <a:t>”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Постановки задачи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 smtClean="0"/>
              <a:t>Цели</a:t>
            </a:r>
            <a:r>
              <a:rPr lang="en-US" dirty="0" smtClean="0"/>
              <a:t>:</a:t>
            </a:r>
          </a:p>
          <a:p>
            <a:r>
              <a:rPr lang="ru-RU" dirty="0" smtClean="0"/>
              <a:t>Получение основ проектирования программного проекта и углубление в области разработки.</a:t>
            </a:r>
          </a:p>
          <a:p>
            <a:r>
              <a:rPr lang="ru-RU" dirty="0" smtClean="0"/>
              <a:t>Изучение разработки программного обеспечения на языке </a:t>
            </a:r>
            <a:r>
              <a:rPr lang="en-US" dirty="0" smtClean="0"/>
              <a:t>C#</a:t>
            </a:r>
            <a:r>
              <a:rPr lang="ru-RU" dirty="0" smtClean="0"/>
              <a:t> с использованием диаграмм различных видов</a:t>
            </a:r>
          </a:p>
          <a:p>
            <a:pPr>
              <a:buNone/>
            </a:pPr>
            <a:r>
              <a:rPr lang="ru-RU" dirty="0" smtClean="0"/>
              <a:t>Задачи</a:t>
            </a:r>
            <a:r>
              <a:rPr lang="en-US" dirty="0" smtClean="0"/>
              <a:t>:</a:t>
            </a:r>
          </a:p>
          <a:p>
            <a:r>
              <a:rPr lang="ru-RU" dirty="0" smtClean="0"/>
              <a:t>Изучить необходимую литературу</a:t>
            </a:r>
            <a:r>
              <a:rPr lang="ru-RU" dirty="0" smtClean="0"/>
              <a:t> </a:t>
            </a:r>
            <a:r>
              <a:rPr lang="ru-RU" dirty="0" smtClean="0"/>
              <a:t>в области разработки диаграмм и технологий разработки ПО</a:t>
            </a:r>
          </a:p>
          <a:p>
            <a:r>
              <a:rPr lang="ru-RU" dirty="0" smtClean="0"/>
              <a:t>Сформулировать основные понятия и тезисы</a:t>
            </a:r>
          </a:p>
          <a:p>
            <a:r>
              <a:rPr lang="ru-RU" dirty="0" smtClean="0"/>
              <a:t>Спроектировать прототип с помощью диаграмм </a:t>
            </a:r>
          </a:p>
          <a:p>
            <a:endParaRPr lang="en-US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</a:t>
            </a:r>
            <a:r>
              <a:rPr lang="ru-RU" dirty="0" err="1" smtClean="0"/>
              <a:t>Ганта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8504238" cy="1713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528" y="3645024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Диаграмма показывает план и график работы по проекту </a:t>
            </a:r>
            <a:r>
              <a:rPr lang="en-US" dirty="0" smtClean="0"/>
              <a:t>“</a:t>
            </a:r>
            <a:r>
              <a:rPr lang="ru-RU" dirty="0" smtClean="0"/>
              <a:t>Холодильник</a:t>
            </a:r>
            <a:r>
              <a:rPr lang="en-US" dirty="0" smtClean="0"/>
              <a:t>”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</a:t>
            </a:r>
            <a:r>
              <a:rPr lang="en-US" dirty="0" smtClean="0"/>
              <a:t>IDEF0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1400" b="1" dirty="0" smtClean="0"/>
              <a:t>IDEF0</a:t>
            </a:r>
            <a:r>
              <a:rPr lang="ru-RU" sz="1400" dirty="0" smtClean="0"/>
              <a:t> — методология функционального моделирования (англ. </a:t>
            </a:r>
            <a:r>
              <a:rPr lang="ru-RU" sz="1400" dirty="0" err="1" smtClean="0"/>
              <a:t>function</a:t>
            </a:r>
            <a:r>
              <a:rPr lang="ru-RU" sz="1400" dirty="0" smtClean="0"/>
              <a:t> </a:t>
            </a:r>
            <a:r>
              <a:rPr lang="ru-RU" sz="1400" dirty="0" err="1" smtClean="0"/>
              <a:t>modeling</a:t>
            </a:r>
            <a:r>
              <a:rPr lang="ru-RU" sz="1400" dirty="0" smtClean="0"/>
              <a:t>) и графическая нотация, предназначенная для формализации и описания бизнес-процессов. Отличительной особенностью </a:t>
            </a:r>
            <a:r>
              <a:rPr lang="ru-RU" sz="1400" b="1" dirty="0" smtClean="0"/>
              <a:t>IDEF0</a:t>
            </a:r>
            <a:r>
              <a:rPr lang="ru-RU" sz="1400" dirty="0" smtClean="0"/>
              <a:t> является её акцент на соподчинённость объектов.</a:t>
            </a:r>
            <a:endParaRPr lang="ru-RU" sz="1400" dirty="0"/>
          </a:p>
        </p:txBody>
      </p:sp>
      <p:pic>
        <p:nvPicPr>
          <p:cNvPr id="1026" name="Picture 2" descr="E:\Kyrsovoy Project\ЛР\ЛР3\idef0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7" y="2204865"/>
            <a:ext cx="6186399" cy="43078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IDEF0 </a:t>
            </a:r>
            <a:r>
              <a:rPr lang="ru-RU" dirty="0" smtClean="0"/>
              <a:t>второго уровня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E:\Kyrsovoy Project\ЛР\ЛР3\idef0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556792"/>
            <a:ext cx="7076381" cy="49057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IDEF0 </a:t>
            </a:r>
            <a:r>
              <a:rPr lang="ru-RU" dirty="0" smtClean="0"/>
              <a:t>третьего уровня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E:\Kyrsovoy Project\ЛР\ЛР3\idef0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6985323" cy="47283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IDEF3 </a:t>
            </a:r>
            <a:r>
              <a:rPr lang="ru-RU" dirty="0" smtClean="0"/>
              <a:t>диаграмма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ru-RU" sz="1600" dirty="0" smtClean="0"/>
              <a:t>IDEF3 — методология моделирования и стандарт документирования </a:t>
            </a:r>
            <a:r>
              <a:rPr lang="ru-RU" sz="1600" dirty="0" smtClean="0"/>
              <a:t>процессов, происходящих </a:t>
            </a:r>
            <a:r>
              <a:rPr lang="ru-RU" sz="1600" dirty="0" smtClean="0"/>
              <a:t>в системе.</a:t>
            </a:r>
            <a:endParaRPr lang="ru-RU" sz="1600" dirty="0"/>
          </a:p>
        </p:txBody>
      </p:sp>
      <p:pic>
        <p:nvPicPr>
          <p:cNvPr id="4098" name="Picture 2" descr="E:\Kyrsovoy Project\ЛР\ЛР3\idef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060848"/>
            <a:ext cx="6610425" cy="45591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</a:t>
            </a:r>
            <a:r>
              <a:rPr lang="ru-RU" dirty="0" smtClean="0"/>
              <a:t>диаграмма взаимодействия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Данная </a:t>
            </a:r>
            <a:r>
              <a:rPr lang="en-US" sz="2000" dirty="0" smtClean="0"/>
              <a:t>UML </a:t>
            </a:r>
            <a:r>
              <a:rPr lang="ru-RU" sz="2000" dirty="0" smtClean="0"/>
              <a:t>диаграмма описывает взаимодействие пользователя с ПО.</a:t>
            </a:r>
          </a:p>
          <a:p>
            <a:pPr>
              <a:buNone/>
            </a:pPr>
            <a:r>
              <a:rPr lang="en-US" sz="2000" dirty="0" smtClean="0"/>
              <a:t>UML - </a:t>
            </a:r>
            <a:r>
              <a:rPr lang="ru-RU" sz="2000" dirty="0" smtClean="0"/>
              <a:t>это система обозначений, которую можно применять для объектно-ориентированного анализа и проектирования.</a:t>
            </a:r>
            <a:endParaRPr lang="ru-RU" sz="2000" dirty="0"/>
          </a:p>
        </p:txBody>
      </p:sp>
      <p:pic>
        <p:nvPicPr>
          <p:cNvPr id="5122" name="Picture 2" descr="E:\Kyrsovoy Project\ЛР\ЛР4\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3140968"/>
            <a:ext cx="4398640" cy="25105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</a:t>
            </a:r>
            <a:r>
              <a:rPr lang="ru-RU" dirty="0" smtClean="0"/>
              <a:t>диаграмма состояний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</p:txBody>
      </p:sp>
      <p:pic>
        <p:nvPicPr>
          <p:cNvPr id="6146" name="Picture 2" descr="E:\Kyrsovoy Project\ЛР\ЛР4\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700808"/>
            <a:ext cx="4104456" cy="42269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Интерфейс программы</a:t>
            </a:r>
            <a:endParaRPr lang="ru-RU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84784"/>
            <a:ext cx="3324917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412776"/>
            <a:ext cx="3528392" cy="501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4221088"/>
            <a:ext cx="4060825" cy="2440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 anchor="ctr"/>
          <a:lstStyle/>
          <a:p>
            <a:pPr>
              <a:buNone/>
            </a:pPr>
            <a:r>
              <a:rPr lang="ru-RU" dirty="0" smtClean="0"/>
              <a:t>Программа выполняет роль эмуляции работы Холодильника</a:t>
            </a:r>
            <a:r>
              <a:rPr lang="en-US" dirty="0" smtClean="0"/>
              <a:t>, </a:t>
            </a:r>
            <a:r>
              <a:rPr lang="ru-RU" dirty="0" smtClean="0"/>
              <a:t>на которой мы можем протестировать его функционал.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В функции холодильника входит</a:t>
            </a:r>
            <a:r>
              <a:rPr lang="en-US" dirty="0" smtClean="0"/>
              <a:t>:</a:t>
            </a:r>
          </a:p>
          <a:p>
            <a:r>
              <a:rPr lang="ru-RU" dirty="0" smtClean="0"/>
              <a:t>Изменение температурных режимов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Изменение количества продуктов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Мониторинг показателей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 тестирования программы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23528" y="1556792"/>
            <a:ext cx="8503920" cy="4572000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ru-RU" sz="2000" dirty="0" smtClean="0"/>
              <a:t>Были проведены тесты работы программы</a:t>
            </a:r>
            <a:r>
              <a:rPr lang="en-US" sz="2000" dirty="0" smtClean="0"/>
              <a:t>, </a:t>
            </a:r>
            <a:r>
              <a:rPr lang="ru-RU" sz="2000" dirty="0" smtClean="0"/>
              <a:t>при помощи которых были определены системные требования программы для комфортной работы с ней</a:t>
            </a:r>
            <a:r>
              <a:rPr lang="ru-RU" sz="2000" dirty="0" smtClean="0"/>
              <a:t>.</a:t>
            </a:r>
          </a:p>
          <a:p>
            <a:pPr>
              <a:buNone/>
            </a:pPr>
            <a:r>
              <a:rPr lang="ru-RU" sz="2000" dirty="0" smtClean="0"/>
              <a:t>Системы требования программы </a:t>
            </a:r>
            <a:r>
              <a:rPr lang="en-US" sz="2000" dirty="0" smtClean="0"/>
              <a:t>:</a:t>
            </a:r>
          </a:p>
          <a:p>
            <a:r>
              <a:rPr lang="ru-RU" sz="2000" dirty="0" smtClean="0"/>
              <a:t>процессор </a:t>
            </a:r>
            <a:r>
              <a:rPr lang="ru-RU" sz="2000" dirty="0" smtClean="0"/>
              <a:t>имеющий 2 ядра и частоту не меньше 1,9ГГц; </a:t>
            </a:r>
          </a:p>
          <a:p>
            <a:r>
              <a:rPr lang="ru-RU" sz="2000" dirty="0" smtClean="0"/>
              <a:t>оперативную </a:t>
            </a:r>
            <a:r>
              <a:rPr lang="ru-RU" sz="2000" dirty="0" smtClean="0"/>
              <a:t>память объемом не менее 2ГБ; </a:t>
            </a:r>
          </a:p>
          <a:p>
            <a:r>
              <a:rPr lang="ru-RU" sz="2000" dirty="0" smtClean="0"/>
              <a:t>операционную </a:t>
            </a:r>
            <a:r>
              <a:rPr lang="ru-RU" sz="2000" dirty="0" smtClean="0"/>
              <a:t>систему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7 или выше.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ru-RU" sz="2000" dirty="0"/>
          </a:p>
        </p:txBody>
      </p:sp>
      <p:pic>
        <p:nvPicPr>
          <p:cNvPr id="7170" name="Picture 2" descr="E:\Kyrsovoy Project\ЛР\ЛР5\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437112"/>
            <a:ext cx="2676525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/>
              <a:t>В результате выполнения данного курсового проекта была с нуля разработан проект «Холодильник». Мной была спроектирована программа, для нее был разработан функционал и интерфейс. Были построены несколько </a:t>
            </a:r>
            <a:r>
              <a:rPr lang="ru-RU" dirty="0" err="1" smtClean="0"/>
              <a:t>диаграм</a:t>
            </a:r>
            <a:r>
              <a:rPr lang="ru-RU" dirty="0" smtClean="0"/>
              <a:t> </a:t>
            </a:r>
            <a:r>
              <a:rPr lang="en-US" dirty="0" smtClean="0"/>
              <a:t>IDEF</a:t>
            </a:r>
            <a:r>
              <a:rPr lang="ru-RU" dirty="0" smtClean="0"/>
              <a:t>0, диаграмма </a:t>
            </a:r>
            <a:r>
              <a:rPr lang="en-US" dirty="0" smtClean="0"/>
              <a:t>IDEF</a:t>
            </a:r>
            <a:r>
              <a:rPr lang="ru-RU" dirty="0" smtClean="0"/>
              <a:t>3, также диаграмма </a:t>
            </a:r>
            <a:r>
              <a:rPr lang="en-US" dirty="0" smtClean="0"/>
              <a:t>UML</a:t>
            </a:r>
            <a:r>
              <a:rPr lang="ru-RU" dirty="0" smtClean="0"/>
              <a:t>, была проведена оценка трудозатрат, совершена планировка работ и как следствие диаграмма </a:t>
            </a:r>
            <a:r>
              <a:rPr lang="ru-RU" dirty="0" err="1" smtClean="0"/>
              <a:t>Ганта</a:t>
            </a:r>
            <a:r>
              <a:rPr lang="ru-RU" dirty="0" smtClean="0"/>
              <a:t> и сетевая диаграмма. </a:t>
            </a:r>
          </a:p>
          <a:p>
            <a:pPr>
              <a:buNone/>
            </a:pPr>
            <a:r>
              <a:rPr lang="ru-RU" dirty="0" smtClean="0"/>
              <a:t>Была спроектирована система программного эмулирования работоспособности холодильника, симулирующую работы реального холодильника на языке высокого уровня C#, позволяющая наглядно продемонстрировать работу всех её компонентов.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51520" y="1556792"/>
            <a:ext cx="8640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Литература используемая при создании презентации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ru-RU" dirty="0" err="1" smtClean="0"/>
              <a:t>Ларман</a:t>
            </a:r>
            <a:r>
              <a:rPr lang="ru-RU" dirty="0" smtClean="0"/>
              <a:t> К. Применение UML и шаблонов проектирования: Введение в объектно-ориентированный анализ и проектирование: Учебное пособие: Пер. с англ. - М.: Вильямс, 2001. - 496 с.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ru-RU" dirty="0" smtClean="0"/>
          </a:p>
          <a:p>
            <a:pPr>
              <a:buFont typeface="Arial" pitchFamily="34" charset="0"/>
              <a:buChar char="•"/>
            </a:pPr>
            <a:r>
              <a:rPr lang="ru-RU" dirty="0" err="1" smtClean="0"/>
              <a:t>Джепикс</a:t>
            </a:r>
            <a:r>
              <a:rPr lang="ru-RU" dirty="0" smtClean="0"/>
              <a:t> Филипп, </a:t>
            </a:r>
            <a:r>
              <a:rPr lang="ru-RU" dirty="0" err="1" smtClean="0"/>
              <a:t>Троелсен</a:t>
            </a:r>
            <a:r>
              <a:rPr lang="ru-RU" dirty="0" smtClean="0"/>
              <a:t> Эндрю. Объектно-ориентированный анализ и проектирование систем: </a:t>
            </a:r>
            <a:r>
              <a:rPr lang="ru-RU" dirty="0" err="1" smtClean="0"/>
              <a:t>Вильясм</a:t>
            </a:r>
            <a:r>
              <a:rPr lang="ru-RU" dirty="0" smtClean="0"/>
              <a:t>, 2018. - 1328 </a:t>
            </a:r>
            <a:r>
              <a:rPr lang="ru-RU" dirty="0" err="1" smtClean="0"/>
              <a:t>c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32</TotalTime>
  <Words>372</Words>
  <Application>Microsoft Office PowerPoint</Application>
  <PresentationFormat>Экран (4:3)</PresentationFormat>
  <Paragraphs>46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Официальная</vt:lpstr>
      <vt:lpstr>Курсовой проект на тему: “Холодильник”</vt:lpstr>
      <vt:lpstr>Постановки задачи</vt:lpstr>
      <vt:lpstr>Диаграмма Ганта</vt:lpstr>
      <vt:lpstr>Модель IDEF0</vt:lpstr>
      <vt:lpstr>IDEF0 второго уровня</vt:lpstr>
      <vt:lpstr>IDEF0 третьего уровня</vt:lpstr>
      <vt:lpstr>IDEF3 диаграмма</vt:lpstr>
      <vt:lpstr>UML диаграмма взаимодействия</vt:lpstr>
      <vt:lpstr>UML диаграмма состояний</vt:lpstr>
      <vt:lpstr>Интерфейс программы</vt:lpstr>
      <vt:lpstr>Функционал ПО</vt:lpstr>
      <vt:lpstr>Результат тестирования программы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на тему: “Холодильник”</dc:title>
  <dc:creator>Pavel</dc:creator>
  <cp:lastModifiedBy>Pavel</cp:lastModifiedBy>
  <cp:revision>4</cp:revision>
  <dcterms:created xsi:type="dcterms:W3CDTF">2021-03-27T18:16:07Z</dcterms:created>
  <dcterms:modified xsi:type="dcterms:W3CDTF">2021-03-27T18:49:00Z</dcterms:modified>
</cp:coreProperties>
</file>